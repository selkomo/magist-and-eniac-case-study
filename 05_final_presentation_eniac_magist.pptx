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fallstudie1magist/Prsentation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8437E5D-0033-4DF1-96FE-F6E43211798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de-de">
                <a:hlinkClick r:id="rId6"/>
              </a:rPr>
              <a:t>fallstudie 1 magist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4A41886-D3B2-4166-9ADB-27464E193FF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Datei erstellt am: 10/14/2026 8:56:14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1" id="2" name="slide2">
            <a:extLst>
              <a:ext uri="{FF2B5EF4-FFF2-40B4-BE49-F238E27FC236}">
                <a16:creationId xmlns:a16="http://schemas.microsoft.com/office/drawing/2014/main" id="{3A54A13F-3BBC-4543-B388-FBAE6A1A95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2" id="3" name="slide3">
            <a:extLst>
              <a:ext uri="{FF2B5EF4-FFF2-40B4-BE49-F238E27FC236}">
                <a16:creationId xmlns:a16="http://schemas.microsoft.com/office/drawing/2014/main" id="{A8E848B4-C0C5-4E9D-ABA4-4C87FF4B44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6" id="4" name="slide4">
            <a:extLst>
              <a:ext uri="{FF2B5EF4-FFF2-40B4-BE49-F238E27FC236}">
                <a16:creationId xmlns:a16="http://schemas.microsoft.com/office/drawing/2014/main" id="{AAD8A5DA-40CD-4990-87F5-2E12E23BF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8" id="5" name="slide5">
            <a:extLst>
              <a:ext uri="{FF2B5EF4-FFF2-40B4-BE49-F238E27FC236}">
                <a16:creationId xmlns:a16="http://schemas.microsoft.com/office/drawing/2014/main" id="{E3376C9F-C2EF-4DCB-AE84-6C44D282A6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9" id="6" name="slide6">
            <a:extLst>
              <a:ext uri="{FF2B5EF4-FFF2-40B4-BE49-F238E27FC236}">
                <a16:creationId xmlns:a16="http://schemas.microsoft.com/office/drawing/2014/main" id="{A5C70A88-FD75-46AA-B9D3-B13507A1EE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10" id="7" name="slide7">
            <a:extLst>
              <a:ext uri="{FF2B5EF4-FFF2-40B4-BE49-F238E27FC236}">
                <a16:creationId xmlns:a16="http://schemas.microsoft.com/office/drawing/2014/main" id="{B4A98593-81E3-45B5-8889-CAAE814CB4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3" id="8" name="slide8">
            <a:extLst>
              <a:ext uri="{FF2B5EF4-FFF2-40B4-BE49-F238E27FC236}">
                <a16:creationId xmlns:a16="http://schemas.microsoft.com/office/drawing/2014/main" id="{903C30E3-5727-4FDC-9F64-E13E58D136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4" id="9" name="slide9">
            <a:extLst>
              <a:ext uri="{FF2B5EF4-FFF2-40B4-BE49-F238E27FC236}">
                <a16:creationId xmlns:a16="http://schemas.microsoft.com/office/drawing/2014/main" id="{B3D4903D-336B-48F1-9A3F-F370CD4BFC6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7" id="10" name="slide10">
            <a:extLst>
              <a:ext uri="{FF2B5EF4-FFF2-40B4-BE49-F238E27FC236}">
                <a16:creationId xmlns:a16="http://schemas.microsoft.com/office/drawing/2014/main" id="{534D83C1-F77B-489E-82D0-0165203D310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5" id="11" name="slide11">
            <a:extLst>
              <a:ext uri="{FF2B5EF4-FFF2-40B4-BE49-F238E27FC236}">
                <a16:creationId xmlns:a16="http://schemas.microsoft.com/office/drawing/2014/main" id="{F878FB37-7345-4D76-B1B4-6A1EEAA5550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äsentation11" id="12" name="slide12">
            <a:extLst>
              <a:ext uri="{FF2B5EF4-FFF2-40B4-BE49-F238E27FC236}">
                <a16:creationId xmlns:a16="http://schemas.microsoft.com/office/drawing/2014/main" id="{A5A98321-F880-4ED5-B1E9-2C6D1F67D0D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2026-10-14T08:56:15Z</dcterms:created>
  <dcterms:modified xsi:type="dcterms:W3CDTF">2026-10-14T08:56:15Z</dcterms:modified>
</cp:coreProperties>
</file>